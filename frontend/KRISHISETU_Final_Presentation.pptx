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F9A825"/>
                </a:solidFill>
              </a:defRPr>
            </a:pPr>
            <a:r>
              <a:t>KRISHISETU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Bridging Farmers &amp; Consumers</a:t>
            </a:r>
            <a:br/>
            <a:br/>
            <a:r>
              <a:t>A Production-Grade Agriculture Marketplace Platform</a:t>
            </a:r>
          </a:p>
        </p:txBody>
      </p:sp>
      <p:pic>
        <p:nvPicPr>
          <p:cNvPr id="5" name="Picture 4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8404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✓  Tagline: Bridging Farmers &amp; Consumers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✓  Frontend: React 19 + Vite + Bootstrap 5 + Framer Motion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✓  Backend: Django REST Framework + SimpleJWT + MySQL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✓  Presenter: Senior Full-Stack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Problem Statement &amp; Market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A047"/>
                </a:solidFill>
              </a:defRPr>
            </a:pPr>
            <a:r>
              <a:t>Challenges in Traditional Agricultural Supply 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Middleman Exploitation: Traditional commission agents absorb up to 60% of crop value.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Low Farmer Returns: Kisans receive unfair prices despite intense physical labor.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Lack of Harvest Transparency: Urban consumers pay inflated prices for non-traceable produce.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Delayed Payments: Farmers suffer from delayed payment cycles and complex market logistics.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Proposed Solution: KRISHISETU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A047"/>
                </a:solidFill>
              </a:defRPr>
            </a:pPr>
            <a:r>
              <a:t>Direct Farm-to-Consumer Digital Marketplace Ecosystem</a:t>
            </a:r>
          </a:p>
        </p:txBody>
      </p:sp>
      <p:pic>
        <p:nvPicPr>
          <p:cNvPr id="6" name="Picture 5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82880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Zero Middleman Commissions: Farmers set their own crop prices and keep up to 96.5% of revenue.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100% Traceable Harvests: Every crop listing includes harvest timestamp and farm location.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Direct Farm Dispatches: Fresh produce harvested morning 5:30 AM delivered within 24h.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Multi-Portal Governance: Integrated ecosystems for Buyers, Farmers, and Super Admin officers.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System Architecture &amp;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A047"/>
                </a:solidFill>
              </a:defRPr>
            </a:pPr>
            <a:r>
              <a:t>Modern Commercial E-Commerce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Frontend Shell: React 19, Vite, React Router DOM v6, Axios, React Toastify.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UI/UX Design Tokens: Custom Green/Gold Design System, Framer Motion, Recharts analytics.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Backend Infrastructure: Django 5.x REST Framework, SimpleJWT Auth, django-cors-headers.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Database Tier: MySQL Relational Database (`krishisetu_db`) with PyMySQL / mysqlclient drivers.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Database Schema &amp; Entity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A047"/>
                </a:solidFill>
              </a:defRPr>
            </a:pPr>
            <a:r>
              <a:t>Relational Data Modeling in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accounts_user: Custom AbstractUser with roles ('buyer', 'farmer', 'admin').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accounts_farmerprofile: Farm estate name, district, state, specialties JSON, rating, verification status.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productsapp_product: Name, category, price, unit ('kg', 'dozen'), stock, harvest_date, is_organic, specs.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ordersapp_order &amp; tracking: Order number, payment status, delivery address, live progress timeline steps.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Public Marketplace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A047"/>
                </a:solidFill>
              </a:defRPr>
            </a:pPr>
            <a:r>
              <a:t>High-Impact Commercial E-Commerce Experience</a:t>
            </a:r>
          </a:p>
        </p:txBody>
      </p:sp>
      <p:pic>
        <p:nvPicPr>
          <p:cNvPr id="6" name="Picture 5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82880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Full-Width 64px Hero Section: 600x500px agricultural banner with green announcement badge.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1-Click Category Chips: Quick horizontal harvest filters (🥦 Veggies, 🍎 Fruits, 🌾 Grains, 🥛 Dairy).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Slide-Over Quick Cart Drawer: Instant cart preview, quantity modification, and coupon validator.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Full-Screen Logo Watermark: Official KrishiSetu emblem watermark fitted to 100% viewport background.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6. Farmer Producer Portal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A047"/>
                </a:solidFill>
              </a:defRPr>
            </a:pPr>
            <a:r>
              <a:t>Empowering Rural Kisan Producers</a:t>
            </a:r>
          </a:p>
        </p:txBody>
      </p:sp>
      <p:pic>
        <p:nvPicPr>
          <p:cNvPr id="6" name="Picture 5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828800"/>
            <a:ext cx="74980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1-Click Crop Preset Templates: Preset high-res harvest images (Tomatoes, Alphonso Mangoes, Wheat, Ghee, Honey).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Crop Catalog Management: Real-time price updates, available stock tracking, and organic badges.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Order Dispatch Controls: Farmers view incoming orders and trigger harvest dispatch status.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Recharts Sales Analytics: Monthly revenue growth charts, quintals sold, and payout summaries.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7. Super Admin Governance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A047"/>
                </a:solidFill>
              </a:defRPr>
            </a:pPr>
            <a:r>
              <a:t>Platform Integrity &amp; Verification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Kisan Verification Engine: Review and approve newly registered farmer profiles.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Marketplace Quality Audit: Inspect crop listings, prices, and organic compliance.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Platform Metrics: Real-time system transaction totals, active buyer counts, and revenue statistics.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User Governance: Account suspension and policy enforcement tools.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8. Security &amp; System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A047"/>
                </a:solidFill>
              </a:defRPr>
            </a:pPr>
            <a:r>
              <a:t>Enterprise-Grade API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JWT Token Authentication: 7-day access token lifetime with auto Axios Bearer interceptor.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Role-Based Authorization Guards: DRF custom permissions (`IsFarmerOrAdminOrReadOnly`).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Stock Deduction Logic: Automatic stock reduction upon successful order placement.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CORS Security: Strict origin permission configured for React Vite (`http://localhost:5173`).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9. Real-Time Order Tracking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A047"/>
                </a:solidFill>
              </a:defRPr>
            </a:pPr>
            <a:r>
              <a:t>5-Step Farm Dispatch Progress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Step 1: Order Placed (Instant Order Number Generation).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Step 2: Harvested &amp; Packed (Farm estate harvest confirmation).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Step 3: Dispatched from Farm (Regional agri-hub dispatch).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Step 4: Out for Delivery (Urban doorstep delivery vehicle).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Step 5: Delivered (Customer receipt confirmation).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10. Future Enhancements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A047"/>
                </a:solidFill>
              </a:defRPr>
            </a:pPr>
            <a:r>
              <a:t>Scaling KrishiSetu Nationwide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IoT Farm Sensors: Integrating soil moisture &amp; climate sensors directly into Kisan profiles.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AI Yield Prediction: Machine learning crop price forecasting and seasonal yield advice.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Voice-Based Multilingual Search: Voice search supporting Hindi, Marathi, Punjabi, and Kannada.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•  Cold-Chain Fleet Logistics: Real-time GPS temperature tracking for refrigerated produce trucks.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F9A825"/>
                </a:solidFill>
              </a:defRPr>
            </a:pPr>
            <a:r>
              <a:t>Thank You! 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KRISHISETU - Bridging Farmers &amp; Consumers</a:t>
            </a:r>
          </a:p>
        </p:txBody>
      </p:sp>
      <p:pic>
        <p:nvPicPr>
          <p:cNvPr id="5" name="Picture 4" descr="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8404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✓  Project Name: KRISHISETU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✓  Repository: krishisetu-frontend &amp; backend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✓  Technology: React 19 + Vite + Django REST + MySQL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✓  Questions &amp; Discussion Welcome!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