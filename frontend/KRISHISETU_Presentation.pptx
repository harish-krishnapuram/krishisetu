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9A825"/>
                </a:solidFill>
              </a:defRPr>
            </a:pPr>
            <a:r>
              <a:t>KRISHISETU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Bridging Farmers &amp; Consumers</a:t>
            </a:r>
            <a:br/>
            <a:br/>
            <a:r>
              <a:t>A Production-Grade Agriculture Marketplace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Tagline: Bridging Farmers &amp; Consumers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Frontend: React 19 + Vite + Bootstrap 5 + Framer Motion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Backend: Django REST Framework + SimpleJWT + MySQL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Presenter: Senior Full-Stack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Problem Statement &amp; Market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Challenges in Traditional Agricultural Supply 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Middleman Exploitation: Traditional commission agents absorb up to 60% of crop value.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Low Farmer Returns: Kisans receive unfair prices despite intense physical labor.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Lack of Harvest Transparency: Urban consumers pay inflated prices for non-traceable, stale produce.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Delayed Payments: Farmers suffer from delayed payment cycles and complex market logistics.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Proposed Solution: KRISHISETU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Direct Farm-to-Consumer Digital Marketplace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Zero Middleman Commissions: Farmers set their own crop prices and keep up to 96.5% of revenue.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100% Traceable Harvests: Every crop listing includes harvest timestamp, farm location, and soil specs.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Direct Farm Dispatches: Fresh produce harvested morning 5:30 AM delivered to doorsteps within 24h.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Multi-Portal Governance: Integrated ecosystems for Buyers, Farmers, and Super Admin officers.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System 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Modern Commercial E-Commerce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Frontend Shell: React 19, Vite, React Router DOM v6, Axios, React Toastify.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UI/UX Design Tokens: Custom Green/Gold Design System, Framer Motion, Recharts analytics.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Backend Infrastructure: Django 5.x REST Framework, SimpleJWT Auth, django-cors-headers.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Database Tier: MySQL Relational Database (`krishisetu_db`) with PyMySQL / mysqlclient drivers.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Database Schema &amp; Entity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Relational Data Modeling in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accounts_user: Custom AbstractUser with roles ('buyer', 'farmer', 'admin').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accounts_farmerprofile: Farm estate name, district, state, specialties JSON, rating, verification status.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productsapp_product: Name, category, price, unit ('kg', 'dozen'), stock, harvest_date, is_organic, specifications.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ordersapp_order &amp; tracking: Order number, payment status, delivery address, live progress timeline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Public Marketplace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High-Impact Commercial E-Commerce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Full-Width 64px Hero Section: 600x500px agricultural banner with green announcement badge.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1-Click Category Chips: Quick horizontal harvest filters (🥦 Veggies, 🍎 Fruits, 🌾 Grains, 🥛 A2 Dairy, 🌶️ Spices).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Slide-Over Quick Cart Drawer: Instant cart preview, item quantity modification, and coupon validator.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Full-Screen Logo Watermark: Official KrishiSetu emblem watermark fitted to 100% viewport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Farmer Producer Portal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Empowering Rural Kisan Producers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1-Click Crop Preset Templates: Preset high-res harvest images (Tomatoes, Alphonso Mangoes, Wheat, Ghee, Honey).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Crop Catalog Management: Real-time price updates, available stock tracking, and organic certification badges.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Order Dispatch Controls: Farmers view incoming orders and trigger harvest dispatch status.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Recharts Sales Analytics: Monthly revenue growth charts, quintals sold, and payout summaries.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Super Admin Governance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Platform Integrity &amp; Verification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Kisan Verification Engine: Review and approve newly registered farmer profiles.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Marketplace Quality Audit: Inspect crop listings, prices, and organic compliance.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Platform Metrics: Real-time system transaction totals, active buyer counts, and revenue statistics.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User Governance: Account suspension and policy enforcement tools.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Security &amp; System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Enterprise-Grade API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JWT Token Authentication: 7-day access token lifetime with auto Axios Bearer interceptor.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Role-Based Authorization Guards: DRF custom permissions (`IsFarmerOrAdminOrReadOnly`).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Stock Deduction Logic: Automatic stock reduction upon successful order placement.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CORS Security: Strict origin permission configured for React Vite (`http://localhost:5173`).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Real-Time Order Tracking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5-Step Farm Dispatch Progress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Step 1: Order Placed (Instant Order Number Generation).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Step 2: Harvested &amp; Packed (Farm estate harvest confirmation).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Step 3: Dispatched from Farm (Regional agri-hub dispatch).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Step 4: Out for Delivery (Urban doorstep delivery vehicle).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Step 5: Delivered (Customer receipt confirmation).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Future Enhancements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Scaling KrishiSetu Nationwide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IoT Farm Sensors: Integrating soil moisture &amp; climate sensors directly into Kisan profiles.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AI Yield Prediction: Machine learning crop price forecasting and seasonal yield advice.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Voice-Based Multilingual Search: Voice search supporting Hindi, Marathi, Punjabi, and Kannada.</a:t>
            </a:r>
          </a:p>
          <a:p>
            <a:pPr>
              <a:spcAft>
                <a:spcPts val="1400"/>
              </a:spcAft>
              <a:defRPr sz="2000">
                <a:solidFill>
                  <a:srgbClr val="1F2937"/>
                </a:solidFill>
              </a:defRPr>
            </a:pPr>
            <a:r>
              <a:t>•  Cold-Chain Fleet Logistics: Real-time GPS temperature tracking for refrigerated produce trucks.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9A825"/>
                </a:solidFill>
              </a:defRPr>
            </a:pPr>
            <a:r>
              <a:t>Thank You! 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KRISHISETU - Bridging Farmers &amp; Consumers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Project Name: KRISHISETU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Repository: krishisetu-frontend &amp; backend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Technology: React 19 + Vite + Django REST + MySQL</a:t>
            </a:r>
          </a:p>
          <a:p>
            <a:pPr algn="ctr"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Questions &amp; Discussion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